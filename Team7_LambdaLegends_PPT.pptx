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Figtree"/>
      <p:regular r:id="rId12"/>
      <p:bold r:id="rId13"/>
      <p:italic r:id="rId14"/>
      <p:boldItalic r:id="rId15"/>
    </p:embeddedFont>
    <p:embeddedFont>
      <p:font typeface="Figtree Medium"/>
      <p:regular r:id="rId16"/>
      <p:bold r:id="rId17"/>
      <p:italic r:id="rId18"/>
      <p:boldItalic r:id="rId19"/>
    </p:embeddedFont>
    <p:embeddedFont>
      <p:font typeface="Figtree ExtraBold"/>
      <p:bold r:id="rId20"/>
      <p:boldItalic r:id="rId21"/>
    </p:embeddedFont>
    <p:embeddedFont>
      <p:font typeface="Play"/>
      <p:regular r:id="rId22"/>
      <p:bold r:id="rId23"/>
    </p:embeddedFont>
    <p:embeddedFont>
      <p:font typeface="Constantia"/>
      <p:regular r:id="rId24"/>
      <p:bold r:id="rId25"/>
      <p:italic r:id="rId26"/>
      <p:boldItalic r:id="rId27"/>
    </p:embeddedFont>
    <p:embeddedFont>
      <p:font typeface="Figtree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gtreeExtraBold-bold.fntdata"/><Relationship Id="rId22" Type="http://schemas.openxmlformats.org/officeDocument/2006/relationships/font" Target="fonts/Play-regular.fntdata"/><Relationship Id="rId21" Type="http://schemas.openxmlformats.org/officeDocument/2006/relationships/font" Target="fonts/FigtreeExtraBold-boldItalic.fntdata"/><Relationship Id="rId24" Type="http://schemas.openxmlformats.org/officeDocument/2006/relationships/font" Target="fonts/Constantia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nstantia-italic.fntdata"/><Relationship Id="rId25" Type="http://schemas.openxmlformats.org/officeDocument/2006/relationships/font" Target="fonts/Constantia-bold.fntdata"/><Relationship Id="rId28" Type="http://schemas.openxmlformats.org/officeDocument/2006/relationships/font" Target="fonts/FigtreeSemiBold-regular.fntdata"/><Relationship Id="rId27" Type="http://schemas.openxmlformats.org/officeDocument/2006/relationships/font" Target="fonts/Constanti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gtree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SemiBold-boldItalic.fntdata"/><Relationship Id="rId30" Type="http://schemas.openxmlformats.org/officeDocument/2006/relationships/font" Target="fonts/Figtree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Figtree-bold.fntdata"/><Relationship Id="rId12" Type="http://schemas.openxmlformats.org/officeDocument/2006/relationships/font" Target="fonts/Figtree-regular.fntdata"/><Relationship Id="rId15" Type="http://schemas.openxmlformats.org/officeDocument/2006/relationships/font" Target="fonts/Figtree-boldItalic.fntdata"/><Relationship Id="rId14" Type="http://schemas.openxmlformats.org/officeDocument/2006/relationships/font" Target="fonts/Figtree-italic.fntdata"/><Relationship Id="rId17" Type="http://schemas.openxmlformats.org/officeDocument/2006/relationships/font" Target="fonts/FigtreeMedium-bold.fntdata"/><Relationship Id="rId16" Type="http://schemas.openxmlformats.org/officeDocument/2006/relationships/font" Target="fonts/FigtreeMedium-regular.fntdata"/><Relationship Id="rId19" Type="http://schemas.openxmlformats.org/officeDocument/2006/relationships/font" Target="fonts/FigtreeMedium-boldItalic.fntdata"/><Relationship Id="rId18" Type="http://schemas.openxmlformats.org/officeDocument/2006/relationships/font" Target="fonts/Figtree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4b846e34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4b846e34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4c0a850dbc_6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4c0a850dbc_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b846e34ef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b846e34ef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4b846e34e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4b846e34e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4c0a850dbc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4c0a850dbc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522d989e02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522d989e0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" name="Google Shape;50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" name="Google Shape;51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" name="Google Shape;52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" name="Google Shape;75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" name="Google Shape;99;p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2"/>
          <p:cNvGrpSpPr/>
          <p:nvPr/>
        </p:nvGrpSpPr>
        <p:grpSpPr>
          <a:xfrm>
            <a:off x="81" y="-57"/>
            <a:ext cx="9144360" cy="5143800"/>
            <a:chOff x="81" y="-57"/>
            <a:chExt cx="9144360" cy="5143800"/>
          </a:xfrm>
        </p:grpSpPr>
        <p:sp>
          <p:nvSpPr>
            <p:cNvPr id="129" name="Google Shape;129;p22"/>
            <p:cNvSpPr/>
            <p:nvPr/>
          </p:nvSpPr>
          <p:spPr>
            <a:xfrm rot="-5400000">
              <a:off x="-735519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0" name="Google Shape;130;p22"/>
            <p:cNvSpPr/>
            <p:nvPr/>
          </p:nvSpPr>
          <p:spPr>
            <a:xfrm rot="-5400000">
              <a:off x="200036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1" name="Google Shape;131;p22"/>
            <p:cNvSpPr/>
            <p:nvPr/>
          </p:nvSpPr>
          <p:spPr>
            <a:xfrm rot="-5400000">
              <a:off x="473624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32" name="Google Shape;132;p22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 type="secHead">
  <p:cSld name="SECTION_HEADER">
    <p:bg>
      <p:bgPr>
        <a:solidFill>
          <a:schemeClr val="l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23"/>
          <p:cNvGrpSpPr/>
          <p:nvPr/>
        </p:nvGrpSpPr>
        <p:grpSpPr>
          <a:xfrm>
            <a:off x="1500" y="656450"/>
            <a:ext cx="9144473" cy="4268250"/>
            <a:chOff x="1500" y="656450"/>
            <a:chExt cx="9144473" cy="4268250"/>
          </a:xfrm>
        </p:grpSpPr>
        <p:sp>
          <p:nvSpPr>
            <p:cNvPr id="136" name="Google Shape;136;p23"/>
            <p:cNvSpPr/>
            <p:nvPr/>
          </p:nvSpPr>
          <p:spPr>
            <a:xfrm rot="-5400000">
              <a:off x="3342986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7" name="Google Shape;137;p23"/>
            <p:cNvSpPr/>
            <p:nvPr/>
          </p:nvSpPr>
          <p:spPr>
            <a:xfrm rot="-5400000">
              <a:off x="462150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8" name="Google Shape;138;p23"/>
            <p:cNvSpPr/>
            <p:nvPr/>
          </p:nvSpPr>
          <p:spPr>
            <a:xfrm>
              <a:off x="2401856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39" name="Google Shape;139;p23"/>
            <p:cNvSpPr/>
            <p:nvPr/>
          </p:nvSpPr>
          <p:spPr>
            <a:xfrm rot="-5400000">
              <a:off x="6223823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0" name="Google Shape;140;p23"/>
            <p:cNvSpPr/>
            <p:nvPr/>
          </p:nvSpPr>
          <p:spPr>
            <a:xfrm rot="-5400000">
              <a:off x="3342986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1" name="Google Shape;141;p23"/>
            <p:cNvSpPr/>
            <p:nvPr/>
          </p:nvSpPr>
          <p:spPr>
            <a:xfrm rot="-5400000">
              <a:off x="462150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2" name="Google Shape;142;p23"/>
            <p:cNvSpPr/>
            <p:nvPr/>
          </p:nvSpPr>
          <p:spPr>
            <a:xfrm rot="-5400000">
              <a:off x="6223823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>
              <a:off x="5282615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46" name="Google Shape;146;p2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8" name="Google Shape;148;p2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2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1" name="Google Shape;151;p23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SECTION_HEADER_1">
    <p:bg>
      <p:bgPr>
        <a:solidFill>
          <a:schemeClr val="lt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56" name="Google Shape;156;p2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8" name="Google Shape;158;p2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1" name="Google Shape;161;p24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 type="tx">
  <p:cSld name="TITLE_AND_BODY">
    <p:bg>
      <p:bgPr>
        <a:solidFill>
          <a:schemeClr val="accen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/>
          <p:nvPr/>
        </p:nvSpPr>
        <p:spPr>
          <a:xfrm>
            <a:off x="0" y="635100"/>
            <a:ext cx="4572000" cy="42894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/>
          <p:nvPr>
            <p:ph idx="2" type="pic"/>
          </p:nvPr>
        </p:nvSpPr>
        <p:spPr>
          <a:xfrm>
            <a:off x="4572000" y="635100"/>
            <a:ext cx="4572000" cy="4289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6" name="Google Shape;166;p25"/>
          <p:cNvSpPr txBox="1"/>
          <p:nvPr>
            <p:ph type="title"/>
          </p:nvPr>
        </p:nvSpPr>
        <p:spPr>
          <a:xfrm>
            <a:off x="639300" y="19606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9pPr>
          </a:lstStyle>
          <a:p/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639300" y="2675513"/>
            <a:ext cx="329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68" name="Google Shape;168;p2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0" name="Google Shape;170;p2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3" name="Google Shape;173;p25"/>
          <p:cNvSpPr txBox="1"/>
          <p:nvPr>
            <p:ph idx="3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4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1" type="twoColTx">
  <p:cSld name="TITLE_AND_TWO_COLUMNS">
    <p:bg>
      <p:bgPr>
        <a:solidFill>
          <a:schemeClr val="accent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7" name="Google Shape;177;p2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8" name="Google Shape;178;p2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6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grpSp>
        <p:nvGrpSpPr>
          <p:cNvPr id="180" name="Google Shape;180;p26"/>
          <p:cNvGrpSpPr/>
          <p:nvPr/>
        </p:nvGrpSpPr>
        <p:grpSpPr>
          <a:xfrm>
            <a:off x="1275" y="1477575"/>
            <a:ext cx="9142725" cy="3447039"/>
            <a:chOff x="1275" y="1477575"/>
            <a:chExt cx="9142725" cy="3447039"/>
          </a:xfrm>
        </p:grpSpPr>
        <p:sp>
          <p:nvSpPr>
            <p:cNvPr id="181" name="Google Shape;181;p26"/>
            <p:cNvSpPr/>
            <p:nvPr/>
          </p:nvSpPr>
          <p:spPr>
            <a:xfrm rot="5400000">
              <a:off x="644025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2" name="Google Shape;182;p26"/>
            <p:cNvSpPr/>
            <p:nvPr/>
          </p:nvSpPr>
          <p:spPr>
            <a:xfrm rot="5400000">
              <a:off x="3690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 rot="5400000">
              <a:off x="6738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 rot="5400000">
              <a:off x="644025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 rot="5400000">
              <a:off x="3691388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 rot="5400000">
              <a:off x="6738750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87" name="Google Shape;187;p26"/>
          <p:cNvSpPr txBox="1"/>
          <p:nvPr>
            <p:ph idx="2" type="title"/>
          </p:nvPr>
        </p:nvSpPr>
        <p:spPr>
          <a:xfrm>
            <a:off x="3409838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3409838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9" name="Google Shape;189;p26"/>
          <p:cNvSpPr txBox="1"/>
          <p:nvPr>
            <p:ph idx="3" type="title"/>
          </p:nvPr>
        </p:nvSpPr>
        <p:spPr>
          <a:xfrm>
            <a:off x="362475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0" name="Google Shape;190;p26"/>
          <p:cNvSpPr txBox="1"/>
          <p:nvPr>
            <p:ph idx="4" type="body"/>
          </p:nvPr>
        </p:nvSpPr>
        <p:spPr>
          <a:xfrm>
            <a:off x="362475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1" name="Google Shape;191;p26"/>
          <p:cNvSpPr txBox="1"/>
          <p:nvPr>
            <p:ph idx="5" type="title"/>
          </p:nvPr>
        </p:nvSpPr>
        <p:spPr>
          <a:xfrm>
            <a:off x="6457200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2" name="Google Shape;192;p26"/>
          <p:cNvSpPr txBox="1"/>
          <p:nvPr>
            <p:ph idx="6" type="body"/>
          </p:nvPr>
        </p:nvSpPr>
        <p:spPr>
          <a:xfrm>
            <a:off x="6457200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26"/>
          <p:cNvSpPr txBox="1"/>
          <p:nvPr>
            <p:ph idx="7" type="title"/>
          </p:nvPr>
        </p:nvSpPr>
        <p:spPr>
          <a:xfrm>
            <a:off x="362475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4" name="Google Shape;194;p26"/>
          <p:cNvSpPr txBox="1"/>
          <p:nvPr>
            <p:ph idx="8" type="body"/>
          </p:nvPr>
        </p:nvSpPr>
        <p:spPr>
          <a:xfrm>
            <a:off x="362475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5" name="Google Shape;195;p26"/>
          <p:cNvSpPr txBox="1"/>
          <p:nvPr>
            <p:ph idx="9" type="title"/>
          </p:nvPr>
        </p:nvSpPr>
        <p:spPr>
          <a:xfrm>
            <a:off x="340920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6" name="Google Shape;196;p26"/>
          <p:cNvSpPr txBox="1"/>
          <p:nvPr>
            <p:ph idx="13" type="body"/>
          </p:nvPr>
        </p:nvSpPr>
        <p:spPr>
          <a:xfrm>
            <a:off x="340920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7" name="Google Shape;197;p26"/>
          <p:cNvSpPr txBox="1"/>
          <p:nvPr>
            <p:ph idx="14" type="title"/>
          </p:nvPr>
        </p:nvSpPr>
        <p:spPr>
          <a:xfrm>
            <a:off x="638115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8" name="Google Shape;198;p26"/>
          <p:cNvSpPr txBox="1"/>
          <p:nvPr>
            <p:ph idx="15" type="body"/>
          </p:nvPr>
        </p:nvSpPr>
        <p:spPr>
          <a:xfrm>
            <a:off x="638115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2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1" name="Google Shape;201;p26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02" name="Google Shape;202;p26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1" type="titleOnly">
  <p:cSld name="TITLE_ONLY">
    <p:bg>
      <p:bgPr>
        <a:solidFill>
          <a:schemeClr val="accent3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5" name="Google Shape;205;p2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6" name="Google Shape;206;p2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7" name="Google Shape;207;p27"/>
          <p:cNvGrpSpPr/>
          <p:nvPr/>
        </p:nvGrpSpPr>
        <p:grpSpPr>
          <a:xfrm>
            <a:off x="1" y="656600"/>
            <a:ext cx="9143948" cy="4268310"/>
            <a:chOff x="1" y="656600"/>
            <a:chExt cx="9143948" cy="4268310"/>
          </a:xfrm>
        </p:grpSpPr>
        <p:sp>
          <p:nvSpPr>
            <p:cNvPr id="208" name="Google Shape;208;p27"/>
            <p:cNvSpPr/>
            <p:nvPr/>
          </p:nvSpPr>
          <p:spPr>
            <a:xfrm>
              <a:off x="1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2193874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1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2193874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873232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4533576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6727449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4533576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6727449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5406807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8" name="Google Shape;218;p27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19" name="Google Shape;219;p27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1" name="Google Shape;221;p27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2" name="Google Shape;222;p27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3" name="Google Shape;223;p2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5" name="Google Shape;225;p2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26" name="Google Shape;226;p2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1">
  <p:cSld name="ONE_COLUMN_TEXT">
    <p:bg>
      <p:bgPr>
        <a:solidFill>
          <a:schemeClr val="dk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0" name="Google Shape;230;p2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1" name="Google Shape;231;p28"/>
          <p:cNvGrpSpPr/>
          <p:nvPr/>
        </p:nvGrpSpPr>
        <p:grpSpPr>
          <a:xfrm>
            <a:off x="1675" y="656598"/>
            <a:ext cx="9143766" cy="4268100"/>
            <a:chOff x="1675" y="656598"/>
            <a:chExt cx="9143766" cy="4268100"/>
          </a:xfrm>
        </p:grpSpPr>
        <p:sp>
          <p:nvSpPr>
            <p:cNvPr id="232" name="Google Shape;232;p28"/>
            <p:cNvSpPr/>
            <p:nvPr/>
          </p:nvSpPr>
          <p:spPr>
            <a:xfrm>
              <a:off x="1675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3" name="Google Shape;233;p28"/>
            <p:cNvSpPr/>
            <p:nvPr/>
          </p:nvSpPr>
          <p:spPr>
            <a:xfrm>
              <a:off x="2977708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5953741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35" name="Google Shape;235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6" name="Google Shape;236;p28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37" name="Google Shape;237;p28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38" name="Google Shape;238;p28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9" name="Google Shape;239;p28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40" name="Google Shape;240;p28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1" name="Google Shape;241;p2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2" name="Google Shape;242;p2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3" name="Google Shape;243;p2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44" name="Google Shape;244;p2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2">
  <p:cSld name="MAIN_POINT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9"/>
          <p:cNvGrpSpPr/>
          <p:nvPr/>
        </p:nvGrpSpPr>
        <p:grpSpPr>
          <a:xfrm>
            <a:off x="-25" y="656852"/>
            <a:ext cx="9144036" cy="4268100"/>
            <a:chOff x="-25" y="656852"/>
            <a:chExt cx="9144036" cy="4268100"/>
          </a:xfrm>
        </p:grpSpPr>
        <p:sp>
          <p:nvSpPr>
            <p:cNvPr id="247" name="Google Shape;247;p29"/>
            <p:cNvSpPr/>
            <p:nvPr/>
          </p:nvSpPr>
          <p:spPr>
            <a:xfrm rot="-5400000">
              <a:off x="3345537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8" name="Google Shape;248;p29"/>
            <p:cNvSpPr/>
            <p:nvPr/>
          </p:nvSpPr>
          <p:spPr>
            <a:xfrm rot="-5400000">
              <a:off x="4657144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 rot="-5400000">
              <a:off x="5968811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 rot="-5400000">
              <a:off x="-1092925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 rot="-5400000">
              <a:off x="218682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 rot="-5400000">
              <a:off x="1530349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253" name="Google Shape;253;p2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54" name="Google Shape;254;p2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5" name="Google Shape;255;p2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9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57" name="Google Shape;257;p29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58" name="Google Shape;258;p29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9" name="Google Shape;259;p29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60" name="Google Shape;260;p29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1" name="Google Shape;261;p2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2" name="Google Shape;262;p2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3" name="Google Shape;263;p2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64" name="Google Shape;264;p2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2">
  <p:cSld name="SECTION_TITLE_AND_DESCRIPTION_1">
    <p:bg>
      <p:bgPr>
        <a:solidFill>
          <a:schemeClr val="accen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0"/>
          <p:cNvGrpSpPr/>
          <p:nvPr/>
        </p:nvGrpSpPr>
        <p:grpSpPr>
          <a:xfrm>
            <a:off x="0" y="655700"/>
            <a:ext cx="9143980" cy="4282350"/>
            <a:chOff x="0" y="655700"/>
            <a:chExt cx="9143980" cy="4282350"/>
          </a:xfrm>
        </p:grpSpPr>
        <p:sp>
          <p:nvSpPr>
            <p:cNvPr id="267" name="Google Shape;267;p30"/>
            <p:cNvSpPr/>
            <p:nvPr/>
          </p:nvSpPr>
          <p:spPr>
            <a:xfrm>
              <a:off x="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 flipH="1" rot="10800000">
              <a:off x="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301799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 flipH="1" rot="10800000">
              <a:off x="301799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603598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 flipH="1" rot="10800000">
              <a:off x="603598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73" name="Google Shape;273;p30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74" name="Google Shape;274;p3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5" name="Google Shape;275;p30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7" name="Google Shape;277;p30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78" name="Google Shape;278;p30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79" name="Google Shape;279;p30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0" name="Google Shape;280;p30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1" name="Google Shape;281;p30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2" name="Google Shape;282;p30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4" name="Google Shape;284;p3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85" name="Google Shape;285;p3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3">
  <p:cSld name="CAPTION_ONLY_1">
    <p:bg>
      <p:bgPr>
        <a:solidFill>
          <a:schemeClr val="accent2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31"/>
          <p:cNvGrpSpPr/>
          <p:nvPr/>
        </p:nvGrpSpPr>
        <p:grpSpPr>
          <a:xfrm>
            <a:off x="45" y="656725"/>
            <a:ext cx="9144010" cy="4268100"/>
            <a:chOff x="45" y="656725"/>
            <a:chExt cx="9144010" cy="4268100"/>
          </a:xfrm>
        </p:grpSpPr>
        <p:sp>
          <p:nvSpPr>
            <p:cNvPr id="288" name="Google Shape;288;p31"/>
            <p:cNvSpPr/>
            <p:nvPr/>
          </p:nvSpPr>
          <p:spPr>
            <a:xfrm flipH="1" rot="-5400000">
              <a:off x="120255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 rot="5400000">
              <a:off x="-892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 flipH="1" rot="5400000">
              <a:off x="367344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 rot="-5400000">
              <a:off x="5768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2" name="Google Shape;292;p31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93" name="Google Shape;293;p3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4" name="Google Shape;294;p31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31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96" name="Google Shape;296;p31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7" name="Google Shape;297;p31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8" name="Google Shape;298;p31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9" name="Google Shape;299;p31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0" name="Google Shape;300;p31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2" name="Google Shape;302;p3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03" name="Google Shape;303;p3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3">
  <p:cSld name="BIG_NUMBER_2">
    <p:bg>
      <p:bgPr>
        <a:solidFill>
          <a:schemeClr val="accent3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32"/>
          <p:cNvGrpSpPr/>
          <p:nvPr/>
        </p:nvGrpSpPr>
        <p:grpSpPr>
          <a:xfrm>
            <a:off x="0" y="650025"/>
            <a:ext cx="9143966" cy="4268100"/>
            <a:chOff x="0" y="650025"/>
            <a:chExt cx="9143966" cy="4268100"/>
          </a:xfrm>
        </p:grpSpPr>
        <p:sp>
          <p:nvSpPr>
            <p:cNvPr id="306" name="Google Shape;306;p32"/>
            <p:cNvSpPr/>
            <p:nvPr/>
          </p:nvSpPr>
          <p:spPr>
            <a:xfrm>
              <a:off x="0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7" name="Google Shape;307;p32"/>
            <p:cNvSpPr/>
            <p:nvPr/>
          </p:nvSpPr>
          <p:spPr>
            <a:xfrm>
              <a:off x="3037633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6075266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09" name="Google Shape;309;p32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0" name="Google Shape;310;p3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1" name="Google Shape;311;p32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3" name="Google Shape;313;p32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314" name="Google Shape;314;p32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5" name="Google Shape;315;p32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6" name="Google Shape;316;p32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7" name="Google Shape;317;p32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8" name="Google Shape;318;p32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0" name="Google Shape;320;p3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21" name="Google Shape;321;p3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2">
  <p:cSld name="BIG_NUMBER_1_2">
    <p:bg>
      <p:bgPr>
        <a:solidFill>
          <a:schemeClr val="dk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33"/>
          <p:cNvGrpSpPr/>
          <p:nvPr/>
        </p:nvGrpSpPr>
        <p:grpSpPr>
          <a:xfrm>
            <a:off x="0" y="1477575"/>
            <a:ext cx="9145300" cy="3447050"/>
            <a:chOff x="0" y="1477575"/>
            <a:chExt cx="9145300" cy="3447050"/>
          </a:xfrm>
        </p:grpSpPr>
        <p:sp>
          <p:nvSpPr>
            <p:cNvPr id="324" name="Google Shape;324;p33"/>
            <p:cNvSpPr/>
            <p:nvPr/>
          </p:nvSpPr>
          <p:spPr>
            <a:xfrm>
              <a:off x="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3"/>
            <p:cNvSpPr/>
            <p:nvPr/>
          </p:nvSpPr>
          <p:spPr>
            <a:xfrm>
              <a:off x="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60973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60973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30480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30480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0" name="Google Shape;330;p3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31" name="Google Shape;331;p3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2" name="Google Shape;332;p3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33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sp>
        <p:nvSpPr>
          <p:cNvPr id="334" name="Google Shape;334;p33"/>
          <p:cNvSpPr txBox="1"/>
          <p:nvPr>
            <p:ph idx="2" type="title"/>
          </p:nvPr>
        </p:nvSpPr>
        <p:spPr>
          <a:xfrm>
            <a:off x="3409838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5" name="Google Shape;335;p33"/>
          <p:cNvSpPr txBox="1"/>
          <p:nvPr>
            <p:ph idx="1" type="body"/>
          </p:nvPr>
        </p:nvSpPr>
        <p:spPr>
          <a:xfrm>
            <a:off x="3409838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6" name="Google Shape;336;p33"/>
          <p:cNvSpPr txBox="1"/>
          <p:nvPr>
            <p:ph idx="3" type="title"/>
          </p:nvPr>
        </p:nvSpPr>
        <p:spPr>
          <a:xfrm>
            <a:off x="362475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7" name="Google Shape;337;p33"/>
          <p:cNvSpPr txBox="1"/>
          <p:nvPr>
            <p:ph idx="4" type="body"/>
          </p:nvPr>
        </p:nvSpPr>
        <p:spPr>
          <a:xfrm>
            <a:off x="362475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8" name="Google Shape;338;p33"/>
          <p:cNvSpPr txBox="1"/>
          <p:nvPr>
            <p:ph idx="5" type="title"/>
          </p:nvPr>
        </p:nvSpPr>
        <p:spPr>
          <a:xfrm>
            <a:off x="6457200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9" name="Google Shape;339;p33"/>
          <p:cNvSpPr txBox="1"/>
          <p:nvPr>
            <p:ph idx="6" type="body"/>
          </p:nvPr>
        </p:nvSpPr>
        <p:spPr>
          <a:xfrm>
            <a:off x="6457200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0" name="Google Shape;340;p33"/>
          <p:cNvSpPr txBox="1"/>
          <p:nvPr>
            <p:ph idx="7" type="title"/>
          </p:nvPr>
        </p:nvSpPr>
        <p:spPr>
          <a:xfrm>
            <a:off x="362475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1" name="Google Shape;341;p33"/>
          <p:cNvSpPr txBox="1"/>
          <p:nvPr>
            <p:ph idx="8" type="body"/>
          </p:nvPr>
        </p:nvSpPr>
        <p:spPr>
          <a:xfrm>
            <a:off x="362475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2" name="Google Shape;342;p33"/>
          <p:cNvSpPr txBox="1"/>
          <p:nvPr>
            <p:ph idx="9" type="title"/>
          </p:nvPr>
        </p:nvSpPr>
        <p:spPr>
          <a:xfrm>
            <a:off x="340920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3" name="Google Shape;343;p33"/>
          <p:cNvSpPr txBox="1"/>
          <p:nvPr>
            <p:ph idx="13" type="body"/>
          </p:nvPr>
        </p:nvSpPr>
        <p:spPr>
          <a:xfrm>
            <a:off x="340920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4" name="Google Shape;344;p33"/>
          <p:cNvSpPr txBox="1"/>
          <p:nvPr>
            <p:ph idx="14" type="title"/>
          </p:nvPr>
        </p:nvSpPr>
        <p:spPr>
          <a:xfrm>
            <a:off x="638115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5" name="Google Shape;345;p33"/>
          <p:cNvSpPr txBox="1"/>
          <p:nvPr>
            <p:ph idx="15" type="body"/>
          </p:nvPr>
        </p:nvSpPr>
        <p:spPr>
          <a:xfrm>
            <a:off x="638115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6" name="Google Shape;346;p3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7" name="Google Shape;347;p3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8" name="Google Shape;348;p33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49" name="Google Shape;349;p33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BIG_NUMBER_1_1">
    <p:bg>
      <p:bgPr>
        <a:solidFill>
          <a:schemeClr val="lt2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2" name="Google Shape;352;p3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3" name="Google Shape;353;p3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34"/>
          <p:cNvSpPr/>
          <p:nvPr/>
        </p:nvSpPr>
        <p:spPr>
          <a:xfrm>
            <a:off x="-150" y="656513"/>
            <a:ext cx="9144300" cy="4268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5" name="Google Shape;355;p34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56" name="Google Shape;356;p3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8" name="Google Shape;358;p34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9" name="Google Shape;359;p34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">
  <p:cSld name="BIG_NUMBER_1_1_1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35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62" name="Google Shape;362;p35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3" name="Google Shape;363;p35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67" name="Google Shape;367;p35"/>
          <p:cNvSpPr txBox="1"/>
          <p:nvPr>
            <p:ph idx="1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8" name="Google Shape;368;p35"/>
          <p:cNvSpPr txBox="1"/>
          <p:nvPr>
            <p:ph idx="2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9" name="Google Shape;369;p35"/>
          <p:cNvSpPr txBox="1"/>
          <p:nvPr>
            <p:ph idx="3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370" name="Google Shape;370;p35"/>
          <p:cNvSpPr txBox="1"/>
          <p:nvPr>
            <p:ph idx="4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1" name="Google Shape;371;p35"/>
          <p:cNvSpPr txBox="1"/>
          <p:nvPr>
            <p:ph idx="5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2" name="Google Shape;372;p35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373" name="Google Shape;373;p35"/>
          <p:cNvSpPr txBox="1"/>
          <p:nvPr>
            <p:ph idx="6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4" name="Google Shape;374;p35"/>
          <p:cNvSpPr txBox="1"/>
          <p:nvPr>
            <p:ph idx="7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5" name="Google Shape;375;p3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6" name="Google Shape;376;p3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3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8" name="Google Shape;378;p3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379" name="Google Shape;379;p3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35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81" name="Google Shape;381;p35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, response">
  <p:cSld name="BIG_NUMBER_1_1_1_1_1">
    <p:bg>
      <p:bgPr>
        <a:solidFill>
          <a:schemeClr val="accent3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36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84" name="Google Shape;384;p36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89" name="Google Shape;389;p3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0" name="Google Shape;390;p3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1" name="Google Shape;391;p3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36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93" name="Google Shape;393;p3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4" name="Google Shape;394;p3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5" name="Google Shape;395;p36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96" name="Google Shape;396;p36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">
  <p:cSld name="BIG_NUMBER_1_1_1_1_2">
    <p:bg>
      <p:bgPr>
        <a:solidFill>
          <a:schemeClr val="accent2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37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399" name="Google Shape;399;p37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0" name="Google Shape;400;p37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1" name="Google Shape;401;p37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403" name="Google Shape;403;p37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404" name="Google Shape;404;p37"/>
          <p:cNvSpPr txBox="1"/>
          <p:nvPr>
            <p:ph idx="2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5" name="Google Shape;405;p37"/>
          <p:cNvSpPr txBox="1"/>
          <p:nvPr>
            <p:ph idx="3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6" name="Google Shape;406;p37"/>
          <p:cNvSpPr txBox="1"/>
          <p:nvPr>
            <p:ph idx="4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7" name="Google Shape;407;p37"/>
          <p:cNvSpPr txBox="1"/>
          <p:nvPr>
            <p:ph idx="5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8" name="Google Shape;408;p37"/>
          <p:cNvSpPr txBox="1"/>
          <p:nvPr>
            <p:ph idx="6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9" name="Google Shape;409;p37"/>
          <p:cNvSpPr txBox="1"/>
          <p:nvPr>
            <p:ph idx="7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0" name="Google Shape;410;p3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1" name="Google Shape;411;p3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2" name="Google Shape;412;p3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3" name="Google Shape;413;p3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414" name="Google Shape;414;p3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37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6" name="Google Shape;416;p37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, response">
  <p:cSld name="BIG_NUMBER_1_1_1_1_1_2">
    <p:bg>
      <p:bgPr>
        <a:solidFill>
          <a:schemeClr val="accent3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38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19" name="Google Shape;419;p38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0" name="Google Shape;420;p38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1" name="Google Shape;421;p38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22" name="Google Shape;422;p3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3" name="Google Shape;423;p3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4" name="Google Shape;424;p3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38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26" name="Google Shape;426;p3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7" name="Google Shape;427;p3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8" name="Google Shape;428;p38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29" name="Google Shape;429;p38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dk2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2" name="Google Shape;432;p3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3" name="Google Shape;433;p3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5" name="Google Shape;435;p3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6" name="Google Shape;436;p39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7" name="Google Shape;437;p39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mc:AlternateContent>
    <mc:Choice Requires="p14">
      <p:transition spd="slow" p14:dur="2500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 txBox="1"/>
          <p:nvPr>
            <p:ph type="ctrTitle"/>
          </p:nvPr>
        </p:nvSpPr>
        <p:spPr>
          <a:xfrm>
            <a:off x="593725" y="1963525"/>
            <a:ext cx="8285400" cy="89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600"/>
              <a:t>Team7</a:t>
            </a:r>
            <a:endParaRPr i="1" sz="4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600"/>
              <a:t> Lambda Legends</a:t>
            </a:r>
            <a:endParaRPr i="1" sz="4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600"/>
          </a:p>
        </p:txBody>
      </p:sp>
      <p:sp>
        <p:nvSpPr>
          <p:cNvPr id="443" name="Google Shape;443;p40"/>
          <p:cNvSpPr txBox="1"/>
          <p:nvPr>
            <p:ph idx="4294967295" type="body"/>
          </p:nvPr>
        </p:nvSpPr>
        <p:spPr>
          <a:xfrm>
            <a:off x="837100" y="2571750"/>
            <a:ext cx="4356600" cy="16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Team Members</a:t>
            </a:r>
            <a:endParaRPr b="1" sz="7200"/>
          </a:p>
          <a:p>
            <a:pPr indent="-307181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sz="4950"/>
              <a:t>Chaithra Pallavi D DA168 (Team Lead)</a:t>
            </a:r>
            <a:endParaRPr b="1" sz="4950"/>
          </a:p>
          <a:p>
            <a:pPr indent="-30718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4950"/>
              <a:t>Greeshma Ravula DA 164</a:t>
            </a:r>
            <a:endParaRPr b="1" sz="4950"/>
          </a:p>
          <a:p>
            <a:pPr indent="-30718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4950"/>
              <a:t>Jiji Veluvil SDET 136</a:t>
            </a:r>
            <a:endParaRPr b="1" sz="4950"/>
          </a:p>
          <a:p>
            <a:pPr indent="-30718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4950"/>
              <a:t>Bhanu Deepthi DA133</a:t>
            </a:r>
            <a:endParaRPr b="1" sz="4950"/>
          </a:p>
          <a:p>
            <a:pPr indent="-30718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4950"/>
              <a:t>Pratheeksha  Maya Jayaprasad DA151</a:t>
            </a:r>
            <a:endParaRPr b="1" sz="4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41"/>
          <p:cNvSpPr txBox="1"/>
          <p:nvPr>
            <p:ph type="ctrTitle"/>
          </p:nvPr>
        </p:nvSpPr>
        <p:spPr>
          <a:xfrm>
            <a:off x="260400" y="1890600"/>
            <a:ext cx="33786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highlight>
                  <a:schemeClr val="lt1"/>
                </a:highlight>
              </a:rPr>
              <a:t>Roadmap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50" name="Google Shape;450;p41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Lambda Legends</a:t>
            </a:r>
            <a:endParaRPr/>
          </a:p>
        </p:txBody>
      </p:sp>
      <p:sp>
        <p:nvSpPr>
          <p:cNvPr id="451" name="Google Shape;451;p41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Roadmap</a:t>
            </a:r>
            <a:endParaRPr/>
          </a:p>
        </p:txBody>
      </p:sp>
      <p:sp>
        <p:nvSpPr>
          <p:cNvPr id="452" name="Google Shape;452;p41"/>
          <p:cNvSpPr txBox="1"/>
          <p:nvPr>
            <p:ph idx="1" type="subTitle"/>
          </p:nvPr>
        </p:nvSpPr>
        <p:spPr>
          <a:xfrm>
            <a:off x="4274550" y="1476363"/>
            <a:ext cx="46260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D9EAD3"/>
                </a:highlight>
                <a:latin typeface="Figtree ExtraBold"/>
                <a:ea typeface="Figtree ExtraBold"/>
                <a:cs typeface="Figtree ExtraBold"/>
                <a:sym typeface="Figtree ExtraBold"/>
              </a:rPr>
              <a:t>Day 1 </a:t>
            </a:r>
            <a:r>
              <a:rPr lang="en" sz="1600">
                <a:solidFill>
                  <a:schemeClr val="dk1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 </a:t>
            </a:r>
            <a:r>
              <a:rPr lang="en"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Task division &amp; GitHub setup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53" name="Google Shape;453;p41"/>
          <p:cNvSpPr txBox="1"/>
          <p:nvPr>
            <p:ph idx="2" type="subTitle"/>
          </p:nvPr>
        </p:nvSpPr>
        <p:spPr>
          <a:xfrm>
            <a:off x="4274550" y="3572123"/>
            <a:ext cx="46260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D9EAD3"/>
                </a:highlight>
                <a:latin typeface="Figtree ExtraBold"/>
                <a:ea typeface="Figtree ExtraBold"/>
                <a:cs typeface="Figtree ExtraBold"/>
                <a:sym typeface="Figtree ExtraBold"/>
              </a:rPr>
              <a:t>Day 6 to 7</a:t>
            </a:r>
            <a:r>
              <a:rPr lang="en" sz="1600">
                <a:solidFill>
                  <a:schemeClr val="dk1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 </a:t>
            </a:r>
            <a:r>
              <a:rPr lang="en"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Finalized code, Mock presentation and File submission</a:t>
            </a:r>
            <a:endParaRPr sz="1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54" name="Google Shape;454;p41"/>
          <p:cNvSpPr txBox="1"/>
          <p:nvPr>
            <p:ph idx="3" type="subTitle"/>
          </p:nvPr>
        </p:nvSpPr>
        <p:spPr>
          <a:xfrm>
            <a:off x="4274550" y="2571750"/>
            <a:ext cx="462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D9EAD3"/>
                </a:highlight>
                <a:latin typeface="Figtree ExtraBold"/>
                <a:ea typeface="Figtree ExtraBold"/>
                <a:cs typeface="Figtree ExtraBold"/>
                <a:sym typeface="Figtree ExtraBold"/>
              </a:rPr>
              <a:t>Day 2  to 5</a:t>
            </a:r>
            <a:r>
              <a:rPr lang="en" sz="1600">
                <a:solidFill>
                  <a:schemeClr val="dk1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  </a:t>
            </a:r>
            <a:r>
              <a:rPr lang="en" sz="16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Worked on Individual questions, daily stand-ups, peer sync and extensive GitHub collaboration: commits, pulls, reviews, issue resolution</a:t>
            </a:r>
            <a:endParaRPr sz="16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0" name="Google Shape;460;p42"/>
          <p:cNvSpPr txBox="1"/>
          <p:nvPr>
            <p:ph type="ctrTitle"/>
          </p:nvPr>
        </p:nvSpPr>
        <p:spPr>
          <a:xfrm flipH="1" rot="-10279">
            <a:off x="1135820" y="1969425"/>
            <a:ext cx="2207410" cy="340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22">
                <a:latin typeface="Figtree Medium"/>
                <a:ea typeface="Figtree Medium"/>
                <a:cs typeface="Figtree Medium"/>
                <a:sym typeface="Figtree Medium"/>
              </a:rPr>
              <a:t> </a:t>
            </a:r>
            <a:r>
              <a:rPr b="0" lang="en" sz="2522">
                <a:latin typeface="Figtree Medium"/>
                <a:ea typeface="Figtree Medium"/>
                <a:cs typeface="Figtree Medium"/>
                <a:sym typeface="Figtree Medium"/>
              </a:rPr>
              <a:t>Pandas</a:t>
            </a:r>
            <a:endParaRPr b="0" sz="2522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522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21212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    Matplotlib</a:t>
            </a:r>
            <a:endParaRPr b="0"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21212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    </a:t>
            </a:r>
            <a:endParaRPr b="0"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21212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     Seaborn</a:t>
            </a:r>
            <a:endParaRPr b="0"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22">
                <a:latin typeface="Figtree Medium"/>
                <a:ea typeface="Figtree Medium"/>
                <a:cs typeface="Figtree Medium"/>
                <a:sym typeface="Figtree Medium"/>
              </a:rPr>
              <a:t> </a:t>
            </a:r>
            <a:r>
              <a:rPr b="0" lang="en" sz="1400">
                <a:latin typeface="Figtree Medium"/>
                <a:ea typeface="Figtree Medium"/>
                <a:cs typeface="Figtree Medium"/>
                <a:sym typeface="Figtree Medium"/>
              </a:rPr>
              <a:t>                                                                                </a:t>
            </a:r>
            <a:r>
              <a:rPr b="0" lang="en" sz="1400">
                <a:latin typeface="Figtree Medium"/>
                <a:ea typeface="Figtree Medium"/>
                <a:cs typeface="Figtree Medium"/>
                <a:sym typeface="Figtree Medium"/>
              </a:rPr>
              <a:t>, </a:t>
            </a:r>
            <a:endParaRPr b="0" sz="1400"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461" name="Google Shape;461;p42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Lambda Legends</a:t>
            </a:r>
            <a:endParaRPr/>
          </a:p>
        </p:txBody>
      </p:sp>
      <p:sp>
        <p:nvSpPr>
          <p:cNvPr id="462" name="Google Shape;462;p42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Libraries</a:t>
            </a:r>
            <a:endParaRPr/>
          </a:p>
        </p:txBody>
      </p:sp>
      <p:sp>
        <p:nvSpPr>
          <p:cNvPr id="463" name="Google Shape;463;p42"/>
          <p:cNvSpPr txBox="1"/>
          <p:nvPr/>
        </p:nvSpPr>
        <p:spPr>
          <a:xfrm flipH="1">
            <a:off x="868625" y="1323525"/>
            <a:ext cx="76419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Libraries</a:t>
            </a:r>
            <a:r>
              <a:rPr b="1" lang="en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we used</a:t>
            </a:r>
            <a:endParaRPr b="1" sz="35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3343225" y="1966125"/>
            <a:ext cx="3000000" cy="3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0800" rtl="0" algn="l">
              <a:lnSpc>
                <a:spcPct val="4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1212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     N</a:t>
            </a:r>
            <a:r>
              <a:rPr lang="en" sz="2500">
                <a:solidFill>
                  <a:srgbClr val="21212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umpy</a:t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marR="50800" rtl="0" algn="l">
              <a:lnSpc>
                <a:spcPct val="4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1212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  </a:t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marR="50800" rtl="0" algn="l">
              <a:lnSpc>
                <a:spcPct val="4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1212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     Psycopg2</a:t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marR="50800" rtl="0" algn="l">
              <a:lnSpc>
                <a:spcPct val="4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1212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     Scipy</a:t>
            </a:r>
            <a:endParaRPr sz="26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marR="50800" rtl="0" algn="l">
              <a:lnSpc>
                <a:spcPct val="4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marR="50800" rtl="0" algn="l">
              <a:lnSpc>
                <a:spcPct val="4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50800" marR="50800" rtl="0" algn="l">
              <a:lnSpc>
                <a:spcPct val="4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50800" marR="50800" rtl="0" algn="l">
              <a:lnSpc>
                <a:spcPct val="4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50800" marR="50800" rtl="0" algn="l">
              <a:lnSpc>
                <a:spcPct val="4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465" name="Google Shape;465;p42"/>
          <p:cNvSpPr txBox="1"/>
          <p:nvPr/>
        </p:nvSpPr>
        <p:spPr>
          <a:xfrm>
            <a:off x="5688425" y="1966125"/>
            <a:ext cx="3000000" cy="3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1212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    Altair</a:t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1212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    Timeit</a:t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1212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     Plotly</a:t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50800" marR="50800" rtl="0" algn="l">
              <a:lnSpc>
                <a:spcPct val="4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1212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1" name="Google Shape;471;p43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we used</a:t>
            </a:r>
            <a:endParaRPr/>
          </a:p>
        </p:txBody>
      </p:sp>
      <p:sp>
        <p:nvSpPr>
          <p:cNvPr id="472" name="Google Shape;472;p43"/>
          <p:cNvSpPr txBox="1"/>
          <p:nvPr>
            <p:ph idx="2" type="title"/>
          </p:nvPr>
        </p:nvSpPr>
        <p:spPr>
          <a:xfrm>
            <a:off x="5676000" y="1675775"/>
            <a:ext cx="2325600" cy="248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Figtree"/>
                <a:ea typeface="Figtree"/>
                <a:cs typeface="Figtree"/>
                <a:sym typeface="Figtree"/>
              </a:rPr>
              <a:t>Anaconda</a:t>
            </a:r>
            <a:endParaRPr sz="25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73" name="Google Shape;473;p43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      </a:t>
            </a:r>
            <a:endParaRPr sz="2500"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      </a:t>
            </a:r>
            <a:r>
              <a:rPr lang="en" sz="2500"/>
              <a:t>VS code</a:t>
            </a:r>
            <a:endParaRPr sz="2300"/>
          </a:p>
        </p:txBody>
      </p:sp>
      <p:sp>
        <p:nvSpPr>
          <p:cNvPr id="474" name="Google Shape;474;p43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,</a:t>
            </a:r>
            <a:endParaRPr/>
          </a:p>
        </p:txBody>
      </p:sp>
      <p:sp>
        <p:nvSpPr>
          <p:cNvPr id="475" name="Google Shape;475;p43"/>
          <p:cNvSpPr txBox="1"/>
          <p:nvPr>
            <p:ph idx="4" type="body"/>
          </p:nvPr>
        </p:nvSpPr>
        <p:spPr>
          <a:xfrm>
            <a:off x="5676000" y="1188825"/>
            <a:ext cx="2325600" cy="32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/>
              <a:t>      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/>
              <a:t>      Postgres 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</a:t>
            </a:r>
            <a:r>
              <a:rPr lang="en" sz="2500"/>
              <a:t>Github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</a:t>
            </a:r>
            <a:r>
              <a:rPr lang="en"/>
              <a:t>             </a:t>
            </a:r>
            <a:endParaRPr/>
          </a:p>
        </p:txBody>
      </p:sp>
      <p:sp>
        <p:nvSpPr>
          <p:cNvPr id="476" name="Google Shape;476;p43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Lambda Legends</a:t>
            </a:r>
            <a:endParaRPr/>
          </a:p>
        </p:txBody>
      </p:sp>
      <p:sp>
        <p:nvSpPr>
          <p:cNvPr id="477" name="Google Shape;477;p43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478" name="Google Shape;478;p43"/>
          <p:cNvSpPr txBox="1"/>
          <p:nvPr/>
        </p:nvSpPr>
        <p:spPr>
          <a:xfrm>
            <a:off x="5559225" y="1249125"/>
            <a:ext cx="30000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4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Challenges and Resolutions</a:t>
            </a:r>
            <a:endParaRPr/>
          </a:p>
        </p:txBody>
      </p:sp>
      <p:sp>
        <p:nvSpPr>
          <p:cNvPr id="484" name="Google Shape;484;p4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44"/>
          <p:cNvSpPr txBox="1"/>
          <p:nvPr>
            <p:ph idx="2" type="title"/>
          </p:nvPr>
        </p:nvSpPr>
        <p:spPr>
          <a:xfrm>
            <a:off x="3447213" y="15703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D2E9"/>
                </a:highlight>
              </a:rPr>
              <a:t>Handling Large volumes of data</a:t>
            </a:r>
            <a:endParaRPr>
              <a:highlight>
                <a:srgbClr val="D9D2E9"/>
              </a:highlight>
            </a:endParaRPr>
          </a:p>
        </p:txBody>
      </p:sp>
      <p:sp>
        <p:nvSpPr>
          <p:cNvPr id="486" name="Google Shape;486;p44"/>
          <p:cNvSpPr txBox="1"/>
          <p:nvPr>
            <p:ph idx="1" type="body"/>
          </p:nvPr>
        </p:nvSpPr>
        <p:spPr>
          <a:xfrm>
            <a:off x="3139875" y="1936500"/>
            <a:ext cx="2940300" cy="12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EAD1DC"/>
                </a:highlight>
              </a:rPr>
              <a:t>Problem:</a:t>
            </a:r>
            <a:br>
              <a:rPr b="1" lang="en"/>
            </a:br>
            <a:r>
              <a:rPr lang="en">
                <a:latin typeface="Figtree Medium"/>
                <a:ea typeface="Figtree Medium"/>
                <a:cs typeface="Figtree Medium"/>
                <a:sym typeface="Figtree Medium"/>
              </a:rPr>
              <a:t>High memory usage and slow  processing</a:t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1" lang="en">
                <a:highlight>
                  <a:srgbClr val="EAD1DC"/>
                </a:highlight>
              </a:rPr>
              <a:t>Resolution:</a:t>
            </a:r>
            <a:br>
              <a:rPr lang="en">
                <a:latin typeface="Figtree Medium"/>
                <a:ea typeface="Figtree Medium"/>
                <a:cs typeface="Figtree Medium"/>
                <a:sym typeface="Figtree Medium"/>
              </a:rPr>
            </a:br>
            <a:r>
              <a:rPr lang="en">
                <a:latin typeface="Figtree Medium"/>
                <a:ea typeface="Figtree Medium"/>
                <a:cs typeface="Figtree Medium"/>
                <a:sym typeface="Figtree Medium"/>
              </a:rPr>
              <a:t>Used groupby(), vectorized operations, applied filtering early, chunksize.</a:t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487" name="Google Shape;487;p44"/>
          <p:cNvSpPr txBox="1"/>
          <p:nvPr>
            <p:ph idx="3" type="title"/>
          </p:nvPr>
        </p:nvSpPr>
        <p:spPr>
          <a:xfrm>
            <a:off x="437250" y="15703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D2E9"/>
                </a:highlight>
              </a:rPr>
              <a:t>Data Quality Issues</a:t>
            </a:r>
            <a:endParaRPr>
              <a:highlight>
                <a:srgbClr val="D9D2E9"/>
              </a:highlight>
            </a:endParaRPr>
          </a:p>
        </p:txBody>
      </p:sp>
      <p:sp>
        <p:nvSpPr>
          <p:cNvPr id="488" name="Google Shape;488;p44"/>
          <p:cNvSpPr txBox="1"/>
          <p:nvPr>
            <p:ph idx="4" type="body"/>
          </p:nvPr>
        </p:nvSpPr>
        <p:spPr>
          <a:xfrm>
            <a:off x="362500" y="1951091"/>
            <a:ext cx="2325600" cy="11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EAD1DC"/>
                </a:highlight>
              </a:rPr>
              <a:t>Problem:</a:t>
            </a:r>
            <a:br>
              <a:rPr b="1" lang="en"/>
            </a:br>
            <a:r>
              <a:rPr lang="en">
                <a:latin typeface="Figtree Medium"/>
                <a:ea typeface="Figtree Medium"/>
                <a:cs typeface="Figtree Medium"/>
                <a:sym typeface="Figtree Medium"/>
              </a:rPr>
              <a:t>Raw data had missing values </a:t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1" lang="en">
                <a:highlight>
                  <a:srgbClr val="EAD1DC"/>
                </a:highlight>
              </a:rPr>
              <a:t>Resolution:</a:t>
            </a:r>
            <a:br>
              <a:rPr lang="en">
                <a:latin typeface="Figtree Medium"/>
                <a:ea typeface="Figtree Medium"/>
                <a:cs typeface="Figtree Medium"/>
                <a:sym typeface="Figtree Medium"/>
              </a:rPr>
            </a:br>
            <a:r>
              <a:rPr lang="en">
                <a:latin typeface="Figtree Medium"/>
                <a:ea typeface="Figtree Medium"/>
                <a:cs typeface="Figtree Medium"/>
                <a:sym typeface="Figtree Medium"/>
              </a:rPr>
              <a:t>Handled missing values by using dropna() to exclude null records.</a:t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489" name="Google Shape;489;p44"/>
          <p:cNvSpPr txBox="1"/>
          <p:nvPr>
            <p:ph idx="5" type="title"/>
          </p:nvPr>
        </p:nvSpPr>
        <p:spPr>
          <a:xfrm>
            <a:off x="6457200" y="16483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D2E9"/>
                </a:highlight>
              </a:rPr>
              <a:t>Display Visualizations</a:t>
            </a:r>
            <a:endParaRPr>
              <a:highlight>
                <a:srgbClr val="D9D2E9"/>
              </a:highlight>
            </a:endParaRPr>
          </a:p>
        </p:txBody>
      </p:sp>
      <p:sp>
        <p:nvSpPr>
          <p:cNvPr id="490" name="Google Shape;490;p44"/>
          <p:cNvSpPr txBox="1"/>
          <p:nvPr>
            <p:ph idx="6" type="body"/>
          </p:nvPr>
        </p:nvSpPr>
        <p:spPr>
          <a:xfrm>
            <a:off x="6297025" y="1951100"/>
            <a:ext cx="2847000" cy="12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EAD1DC"/>
                </a:highlight>
              </a:rPr>
              <a:t>Problem:</a:t>
            </a:r>
            <a:br>
              <a:rPr b="1" lang="en"/>
            </a:br>
            <a:r>
              <a:rPr lang="en">
                <a:latin typeface="Figtree Medium"/>
                <a:ea typeface="Figtree Medium"/>
                <a:cs typeface="Figtree Medium"/>
                <a:sym typeface="Figtree Medium"/>
              </a:rPr>
              <a:t>Waffle, Multiseries, Sunburst</a:t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1" lang="en">
                <a:highlight>
                  <a:srgbClr val="EAD1DC"/>
                </a:highlight>
              </a:rPr>
              <a:t>Resolution:</a:t>
            </a:r>
            <a:br>
              <a:rPr lang="en">
                <a:latin typeface="Figtree Medium"/>
                <a:ea typeface="Figtree Medium"/>
                <a:cs typeface="Figtree Medium"/>
                <a:sym typeface="Figtree Medium"/>
              </a:rPr>
            </a:br>
            <a:r>
              <a:rPr lang="en">
                <a:latin typeface="Figtree Medium"/>
                <a:ea typeface="Figtree Medium"/>
                <a:cs typeface="Figtree Medium"/>
                <a:sym typeface="Figtree Medium"/>
              </a:rPr>
              <a:t>Used waffle, plotly, for multiseries reshape with groupby()+mean()</a:t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491" name="Google Shape;491;p44"/>
          <p:cNvSpPr txBox="1"/>
          <p:nvPr>
            <p:ph idx="7" type="title"/>
          </p:nvPr>
        </p:nvSpPr>
        <p:spPr>
          <a:xfrm>
            <a:off x="362500" y="33924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D2E9"/>
                </a:highlight>
              </a:rPr>
              <a:t>Y-Data Profiling Issue</a:t>
            </a:r>
            <a:endParaRPr>
              <a:highlight>
                <a:srgbClr val="D9D2E9"/>
              </a:highlight>
            </a:endParaRPr>
          </a:p>
        </p:txBody>
      </p:sp>
      <p:sp>
        <p:nvSpPr>
          <p:cNvPr id="492" name="Google Shape;492;p44"/>
          <p:cNvSpPr txBox="1"/>
          <p:nvPr>
            <p:ph idx="8" type="body"/>
          </p:nvPr>
        </p:nvSpPr>
        <p:spPr>
          <a:xfrm>
            <a:off x="437250" y="3616425"/>
            <a:ext cx="2394900" cy="11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EAD1DC"/>
                </a:highlight>
              </a:rPr>
              <a:t>Problem:</a:t>
            </a:r>
            <a:br>
              <a:rPr lang="en">
                <a:latin typeface="Figtree Medium"/>
                <a:ea typeface="Figtree Medium"/>
                <a:cs typeface="Figtree Medium"/>
                <a:sym typeface="Figtree Medium"/>
              </a:rPr>
            </a:br>
            <a:r>
              <a:rPr lang="en">
                <a:latin typeface="Figtree Medium"/>
                <a:ea typeface="Figtree Medium"/>
                <a:cs typeface="Figtree Medium"/>
                <a:sym typeface="Figtree Medium"/>
              </a:rPr>
              <a:t> Y-Data profiling was not supported in Python 3.13 </a:t>
            </a:r>
            <a:endParaRPr sz="12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highlight>
                  <a:srgbClr val="EAD1DC"/>
                </a:highlight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1" lang="en">
                <a:highlight>
                  <a:srgbClr val="EAD1DC"/>
                </a:highlight>
              </a:rPr>
              <a:t>Resolution:</a:t>
            </a:r>
            <a:br>
              <a:rPr b="1" lang="en">
                <a:highlight>
                  <a:srgbClr val="EAD1DC"/>
                </a:highlight>
              </a:rPr>
            </a:br>
            <a:r>
              <a:rPr lang="en">
                <a:latin typeface="Figtree Medium"/>
                <a:ea typeface="Figtree Medium"/>
                <a:cs typeface="Figtree Medium"/>
                <a:sym typeface="Figtree Medium"/>
              </a:rPr>
              <a:t>Used alternate package to generate </a:t>
            </a:r>
            <a:r>
              <a:rPr lang="en">
                <a:latin typeface="Figtree Medium"/>
                <a:ea typeface="Figtree Medium"/>
                <a:cs typeface="Figtree Medium"/>
                <a:sym typeface="Figtree Medium"/>
              </a:rPr>
              <a:t>EDA </a:t>
            </a:r>
            <a:r>
              <a:rPr lang="en">
                <a:latin typeface="Figtree Medium"/>
                <a:ea typeface="Figtree Medium"/>
                <a:cs typeface="Figtree Medium"/>
                <a:sym typeface="Figtree Medium"/>
              </a:rPr>
              <a:t>report</a:t>
            </a:r>
            <a:r>
              <a:rPr lang="en">
                <a:latin typeface="Figtree Medium"/>
                <a:ea typeface="Figtree Medium"/>
                <a:cs typeface="Figtree Medium"/>
                <a:sym typeface="Figtree Medium"/>
              </a:rPr>
              <a:t>.</a:t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493" name="Google Shape;493;p44"/>
          <p:cNvSpPr txBox="1"/>
          <p:nvPr>
            <p:ph idx="9" type="title"/>
          </p:nvPr>
        </p:nvSpPr>
        <p:spPr>
          <a:xfrm>
            <a:off x="3409200" y="3311663"/>
            <a:ext cx="2325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D2E9"/>
                </a:highlight>
              </a:rPr>
              <a:t>Lack of Standard Documentation</a:t>
            </a:r>
            <a:endParaRPr>
              <a:highlight>
                <a:srgbClr val="D9D2E9"/>
              </a:highlight>
            </a:endParaRPr>
          </a:p>
        </p:txBody>
      </p:sp>
      <p:sp>
        <p:nvSpPr>
          <p:cNvPr id="494" name="Google Shape;494;p44"/>
          <p:cNvSpPr txBox="1"/>
          <p:nvPr>
            <p:ph idx="13" type="body"/>
          </p:nvPr>
        </p:nvSpPr>
        <p:spPr>
          <a:xfrm>
            <a:off x="3336075" y="3755050"/>
            <a:ext cx="2627400" cy="11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EAD1DC"/>
                </a:highlight>
              </a:rPr>
              <a:t>Problem:</a:t>
            </a:r>
            <a:br>
              <a:rPr lang="en">
                <a:latin typeface="Figtree Medium"/>
                <a:ea typeface="Figtree Medium"/>
                <a:cs typeface="Figtree Medium"/>
                <a:sym typeface="Figtree Medium"/>
              </a:rPr>
            </a:br>
            <a:r>
              <a:rPr lang="en">
                <a:latin typeface="Figtree Medium"/>
                <a:ea typeface="Figtree Medium"/>
                <a:cs typeface="Figtree Medium"/>
                <a:sym typeface="Figtree Medium"/>
              </a:rPr>
              <a:t> Ambiguity in certain issues.</a:t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1" lang="en">
                <a:highlight>
                  <a:srgbClr val="EAD1DC"/>
                </a:highlight>
              </a:rPr>
              <a:t>Resolution:</a:t>
            </a:r>
            <a:br>
              <a:rPr lang="en">
                <a:latin typeface="Figtree Medium"/>
                <a:ea typeface="Figtree Medium"/>
                <a:cs typeface="Figtree Medium"/>
                <a:sym typeface="Figtree Medium"/>
              </a:rPr>
            </a:br>
            <a:r>
              <a:rPr lang="en">
                <a:latin typeface="Figtree Medium"/>
                <a:ea typeface="Figtree Medium"/>
                <a:cs typeface="Figtree Medium"/>
                <a:sym typeface="Figtree Medium"/>
              </a:rPr>
              <a:t>Made assumptions and documented in code comments.</a:t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495" name="Google Shape;495;p44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Lambda Legends</a:t>
            </a:r>
            <a:endParaRPr/>
          </a:p>
        </p:txBody>
      </p:sp>
      <p:sp>
        <p:nvSpPr>
          <p:cNvPr id="496" name="Google Shape;496;p44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Technical Challenges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2" name="Google Shape;502;p45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60"/>
              <a:buFont typeface="Constantia"/>
              <a:buNone/>
            </a:pPr>
            <a:r>
              <a:rPr lang="en" sz="4260">
                <a:latin typeface="Constantia"/>
                <a:ea typeface="Constantia"/>
                <a:cs typeface="Constantia"/>
                <a:sym typeface="Constantia"/>
              </a:rPr>
              <a:t>Thank You</a:t>
            </a:r>
            <a:br>
              <a:rPr lang="en" sz="4260"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" sz="4260">
                <a:latin typeface="Constantia"/>
                <a:ea typeface="Constantia"/>
                <a:cs typeface="Constantia"/>
                <a:sym typeface="Constantia"/>
              </a:rPr>
              <a:t>Numpy Ninja and the Organizers</a:t>
            </a:r>
            <a:endParaRPr b="0" sz="3359"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500"/>
          </a:p>
        </p:txBody>
      </p:sp>
      <p:sp>
        <p:nvSpPr>
          <p:cNvPr id="503" name="Google Shape;503;p45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Lambda Legends</a:t>
            </a:r>
            <a:endParaRPr/>
          </a:p>
        </p:txBody>
      </p:sp>
      <p:sp>
        <p:nvSpPr>
          <p:cNvPr id="504" name="Google Shape;504;p45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ThankYou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esson 2">
  <a:themeElements>
    <a:clrScheme name="Simple Light">
      <a:dk1>
        <a:srgbClr val="000000"/>
      </a:dk1>
      <a:lt1>
        <a:srgbClr val="F4F3F0"/>
      </a:lt1>
      <a:dk2>
        <a:srgbClr val="FFC700"/>
      </a:dk2>
      <a:lt2>
        <a:srgbClr val="0EAA57"/>
      </a:lt2>
      <a:accent1>
        <a:srgbClr val="349EEA"/>
      </a:accent1>
      <a:accent2>
        <a:srgbClr val="C6B9FF"/>
      </a:accent2>
      <a:accent3>
        <a:srgbClr val="F66F6F"/>
      </a:accent3>
      <a:accent4>
        <a:srgbClr val="8E7CC3"/>
      </a:accent4>
      <a:accent5>
        <a:srgbClr val="FFE599"/>
      </a:accent5>
      <a:accent6>
        <a:srgbClr val="A4C2F4"/>
      </a:accent6>
      <a:hlink>
        <a:srgbClr val="FFC7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